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66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606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559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308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461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39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265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026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756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6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9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090909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514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612097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416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3885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199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801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Design for Banking App: Equivalence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b="0"/>
            </a:pPr>
            <a:r>
              <a:rPr dirty="0"/>
              <a:t>Software Quality Validation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Equivalence Classes?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b="0"/>
            </a:pPr>
            <a:r>
              <a:rPr dirty="0"/>
              <a:t>Equivalence Classes is a software testing technique.</a:t>
            </a:r>
            <a:br>
              <a:rPr dirty="0"/>
            </a:br>
            <a:r>
              <a:rPr dirty="0"/>
              <a:t>It helps us test smarter by grouping data.</a:t>
            </a:r>
            <a:br>
              <a:rPr dirty="0"/>
            </a:br>
            <a:r>
              <a:rPr dirty="0"/>
              <a:t>The goal is to find errors using fewer tests.</a:t>
            </a:r>
            <a:br>
              <a:rPr dirty="0"/>
            </a:br>
            <a:r>
              <a:rPr dirty="0"/>
              <a:t>We used Valid and Invalid Classes.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b="0"/>
            </a:pPr>
            <a:r>
              <a:rPr dirty="0"/>
              <a:t>Bank Code: Exactly 3 numbers.</a:t>
            </a:r>
            <a:br>
              <a:rPr dirty="0"/>
            </a:br>
            <a:r>
              <a:rPr dirty="0"/>
              <a:t>Branch Code: Exactly 4 numbers.</a:t>
            </a:r>
            <a:br>
              <a:rPr dirty="0"/>
            </a:br>
            <a:r>
              <a:rPr dirty="0"/>
              <a:t>Account Number: Exactly 10 numbers.</a:t>
            </a:r>
            <a:br>
              <a:rPr dirty="0"/>
            </a:br>
            <a:r>
              <a:rPr dirty="0"/>
              <a:t>PIN: Exactly 4 numbers.</a:t>
            </a:r>
            <a:br>
              <a:rPr dirty="0"/>
            </a:br>
            <a:r>
              <a:rPr dirty="0"/>
              <a:t>Order Value: 'Checkbook' or 'Bank Statement'.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Bank and Branch Codes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371600"/>
          <a:ext cx="8412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19200">
                <a:tc>
                  <a:txBody>
                    <a:bodyPr/>
                    <a:lstStyle/>
                    <a:p>
                      <a:r>
                        <a:t>Input 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Valid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Valid 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Invalid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Invalid 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r>
                        <a:t>Bank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Exact length: 3 digits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Length not 3 / letters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 / AB1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r>
                        <a:t>Branch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Exact length: 4 digits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Short / letters / empty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123 / 459A / (empty)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Account and Security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371600"/>
          <a:ext cx="8412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19200">
                <a:tc>
                  <a:txBody>
                    <a:bodyPr/>
                    <a:lstStyle/>
                    <a:p>
                      <a:r>
                        <a:t>Input 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Valid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Valid 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Invalid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Invalid 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r>
                        <a:t>Account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 digits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1234567890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Wrong length / symbols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12345 / 1234-5678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r>
                        <a:t>PIN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 digits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Wrong length / letters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123 /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 Type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371600"/>
          <a:ext cx="8412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0">
                <a:tc>
                  <a:txBody>
                    <a:bodyPr/>
                    <a:lstStyle/>
                    <a:p>
                      <a:r>
                        <a:t>Input 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Valid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Valid 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Invalid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Invalid 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r>
                        <a:t>Order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Checkbook or Bank 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Checkbook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Wrong text / empty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Credit Card / Chekbook / (empty)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did we choose these classes?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b="0"/>
            </a:pPr>
            <a:r>
              <a:rPr dirty="0"/>
              <a:t>We separate numbers from letters to avoid errors.</a:t>
            </a:r>
            <a:br>
              <a:rPr dirty="0"/>
            </a:br>
            <a:r>
              <a:rPr dirty="0"/>
              <a:t>Length checks prevent database problems.</a:t>
            </a:r>
            <a:br>
              <a:rPr dirty="0"/>
            </a:br>
            <a:r>
              <a:rPr dirty="0"/>
              <a:t>Order Value only accepts real service options.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TM02892315[[fn=Espiral]]</Template>
  <TotalTime>2</TotalTime>
  <Words>244</Words>
  <Application>Microsoft Office PowerPoint</Application>
  <PresentationFormat>Presentación en pantalla (4:3)</PresentationFormat>
  <Paragraphs>51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Espiral</vt:lpstr>
      <vt:lpstr>Test Design for Banking App: Equivalence Classes</vt:lpstr>
      <vt:lpstr>What are Equivalence Classes?</vt:lpstr>
      <vt:lpstr>Data Requirements</vt:lpstr>
      <vt:lpstr>Bank and Branch Codes</vt:lpstr>
      <vt:lpstr>Account and Security</vt:lpstr>
      <vt:lpstr>Operation Type</vt:lpstr>
      <vt:lpstr>Why did we choose these classes?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Diego Gonzalez Miranda</dc:creator>
  <cp:keywords/>
  <dc:description>generated using python-pptx</dc:description>
  <cp:lastModifiedBy>Diego Gonzalez Miranda</cp:lastModifiedBy>
  <cp:revision>3</cp:revision>
  <dcterms:created xsi:type="dcterms:W3CDTF">2013-01-27T09:14:16Z</dcterms:created>
  <dcterms:modified xsi:type="dcterms:W3CDTF">2025-11-19T01:02:15Z</dcterms:modified>
  <cp:category/>
</cp:coreProperties>
</file>